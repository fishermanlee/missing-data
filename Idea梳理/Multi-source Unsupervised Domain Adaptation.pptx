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BA5E8-AAC8-9E0D-09FE-2D7F2E092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54C3C8-2512-BCCE-BD68-181592F8F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35A97-3384-FA51-B834-4D236598E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649D-1737-45F6-85E1-E02AF00B19E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B0CEBF-91D9-1813-3925-0D861F9EC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862026-4F8C-724E-BF48-9293DEC2F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9931-32E2-40B9-817E-7F3F858A8D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38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1BB6A-F71B-C0C8-CB12-B401C0C4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7AD9D-A3C7-760A-0CDF-8C5AC6252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44C547-59DE-417C-3F35-846549E1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649D-1737-45F6-85E1-E02AF00B19E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BEC6B3-72AE-B8F1-9979-304F118C5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91E001-15B5-213F-274C-C6441C10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9931-32E2-40B9-817E-7F3F858A8D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17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14890-E84C-1716-EB0D-FA6CFA40E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F672ED-C404-4A08-194B-7DC78ED80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5E8544-19A3-FAF0-79C2-63865027E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649D-1737-45F6-85E1-E02AF00B19E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34F547-19C0-59EE-E59B-2783284C9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A39A3C-8567-4559-A387-B374B5EF4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9931-32E2-40B9-817E-7F3F858A8D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22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477B03-F7A8-E18E-37A5-0436CE822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C47833-27A4-3E3F-3CAD-40CDE287AB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EB4CCA-5CC5-261E-31B6-3AC2C5D34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529AE7-A2FA-98A7-8586-6A370FF7B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649D-1737-45F6-85E1-E02AF00B19E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2A52AC-3CCC-F5D9-242D-62FA1B8AF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F98E63-5C92-4B1C-0853-30F4FEDE7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9931-32E2-40B9-817E-7F3F858A8D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281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204A04-02C7-1DCC-F589-D3E11F3D5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E6F95E-9E2D-1CF9-031E-17C6A1D7D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D4CCC8-65F6-F495-C996-58F59B2AB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312236-EC01-CD4A-A5D4-9BC27115D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E4174C-95C8-9AAA-2AC8-0EA5EFA89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D285916-5493-1326-F8F7-3500E98DE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649D-1737-45F6-85E1-E02AF00B19E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0A30571-B7CE-A391-1A48-D2731F4CA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258EB4-2003-AB5F-7CCC-9BA64EFC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9931-32E2-40B9-817E-7F3F858A8D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04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79964-335B-A7A9-8370-F128DCA4D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7CB44A-C8C0-5585-F7F6-E3D0306E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649D-1737-45F6-85E1-E02AF00B19E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CEE4AB-38D3-DC92-318C-26579CEDE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488886-5B74-EECB-E8CD-7F14D51B9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9931-32E2-40B9-817E-7F3F858A8D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70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BB47FFB-AF3E-BEEB-545D-7FE4B5CB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649D-1737-45F6-85E1-E02AF00B19E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D86A89-F674-FCF4-3AA1-1501CF885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837D74-2E07-22FD-6F12-69D7A1ED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9931-32E2-40B9-817E-7F3F858A8D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510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208D5-6F6F-647D-39FA-48327398D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005115-B4FB-A5E5-7D78-7D4770248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4C1BA3-C240-A415-5F0C-20A42C4FD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70B147-98EE-D02D-8474-F27EA061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649D-1737-45F6-85E1-E02AF00B19E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5B00DC-CA1A-6393-2045-CD7F32614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F812BA-CE71-48C9-90DE-3EA43FE05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9931-32E2-40B9-817E-7F3F858A8D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8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F0D025-E19E-F8B9-DFF2-B20D1CAF9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E533FD-77F8-8A27-93C0-4527E446D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EB47C1-9EE0-115E-A1FF-B7C025051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73BCA2-43E1-A57A-323F-74E366CB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649D-1737-45F6-85E1-E02AF00B19E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B29B13-7F1D-D453-64BE-683BAE3ED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A7397C-68FC-C14F-510B-3FA3E35D0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9931-32E2-40B9-817E-7F3F858A8D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75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F06176-D205-073B-F653-965EA023E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0566A1-E1F6-B925-E40F-A9854EA55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EF0744-DFEB-D202-66D7-C625BE00A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649D-1737-45F6-85E1-E02AF00B19E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E0BC41-C761-22D2-CDC1-031F3E53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66A320-8F83-EF53-991E-5E87C044C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9931-32E2-40B9-817E-7F3F858A8D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90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819D90-BDCF-6A66-99B7-0B0DD785E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0BDE4F-2DEE-75BE-9CAD-037F35055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AAFF4A-96A8-9219-86AE-ACD98375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649D-1737-45F6-85E1-E02AF00B19E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434456-6E43-CD43-A2CD-8B450CE2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DD31C7-D633-09F1-86F7-E640775B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29931-32E2-40B9-817E-7F3F858A8D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655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736CBDA-692A-FBB5-D673-C229FC429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3363BC-AF6F-0B4D-EDB2-1DF7B6EED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C60406-22C4-8A11-699B-5927DAD1A2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54649D-1737-45F6-85E1-E02AF00B19E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DA9CAA-DDAA-1123-F7B9-D0EE3FFBB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5E1D03-56E7-F502-4A7B-5A5596DA8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29931-32E2-40B9-817E-7F3F858A8D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344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ECD213-64D6-23F4-2CD3-6278445548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876"/>
          <a:stretch>
            <a:fillRect/>
          </a:stretch>
        </p:blipFill>
        <p:spPr>
          <a:xfrm>
            <a:off x="-1633576" y="915769"/>
            <a:ext cx="15594676" cy="238786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152F4B4-454C-133B-94A8-8DE8DB80A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64" y="3554363"/>
            <a:ext cx="3502135" cy="180370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63E39A-14E9-C391-7731-36DE567A8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257" y="3554363"/>
            <a:ext cx="3241718" cy="18037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B4F20E1-7206-3A4A-B950-66C3F98FA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627" y="3554363"/>
            <a:ext cx="3502135" cy="180370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AD1EC21-05D6-3614-B8E8-2B925385FB04}"/>
              </a:ext>
            </a:extLst>
          </p:cNvPr>
          <p:cNvSpPr txBox="1"/>
          <p:nvPr/>
        </p:nvSpPr>
        <p:spPr>
          <a:xfrm>
            <a:off x="804824" y="302014"/>
            <a:ext cx="10549034" cy="439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Framework: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Multi-source Unsupervised Domain Adaptation (MSDA).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271A13-8009-11AE-CAE0-AFD6B2893453}"/>
              </a:ext>
            </a:extLst>
          </p:cNvPr>
          <p:cNvSpPr txBox="1"/>
          <p:nvPr/>
        </p:nvSpPr>
        <p:spPr>
          <a:xfrm>
            <a:off x="1154464" y="5608792"/>
            <a:ext cx="10549034" cy="447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Each target domain is a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mixture of other distributions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the weight determined by learning</a:t>
            </a:r>
          </a:p>
        </p:txBody>
      </p:sp>
    </p:spTree>
    <p:extLst>
      <p:ext uri="{BB962C8B-B14F-4D97-AF65-F5344CB8AC3E}">
        <p14:creationId xmlns:p14="http://schemas.microsoft.com/office/powerpoint/2010/main" val="448967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培泽 李</dc:creator>
  <cp:lastModifiedBy>培泽 李</cp:lastModifiedBy>
  <cp:revision>1</cp:revision>
  <dcterms:created xsi:type="dcterms:W3CDTF">2026-01-06T01:24:37Z</dcterms:created>
  <dcterms:modified xsi:type="dcterms:W3CDTF">2026-01-06T01:24:37Z</dcterms:modified>
</cp:coreProperties>
</file>